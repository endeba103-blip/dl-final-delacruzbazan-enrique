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Clasificación con 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Clasificar ropa con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con Conv2D y Dense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~90%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